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Arial"/>
              </a:defRPr>
            </a:pPr>
            <a:r>
              <a:t>Retranslations Across Millennia:</a:t>
            </a:r>
            <a:br/>
            <a:r>
              <a:t>A Diachronic Contrastive Corpus for Studying</a:t>
            </a:r>
            <a:br/>
            <a:r>
              <a:t>Interlingual and Intralingual Language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Nikolaos Lavidas, Theodoros Michalaeras, Vassilios Symeonidis,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Sofia Chionidi, Anastasia Tsiropina, Eleni Plakoutsi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Athens Digital Glossa Chronos (AthDGC)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National and Kapodistrian University of Athens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DELPHI Workshop 2025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November 26-29,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The Athens Digital Glossa Chronos (AthDGC) project develops a diachronic corpus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containing influential and canonical Greek texts alongside their translations from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different periods across three thousand years.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The project studies both: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Interlingual contact through Greek, Latin, Romance, and Germanic texts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Intralingual contact through Greek text retranslations from different historical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F8FAFC"/>
                </a:solidFill>
                <a:latin typeface="Arial"/>
              </a:defRPr>
            </a:pPr>
            <a:r>
              <a:t>periods with different translation methods and registers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The corpus identifies two types of retranslation: passive retranslation for unavailable</a:t>
            </a:r>
          </a:p>
          <a:p>
            <a:pPr>
              <a:spcBef>
                <a:spcPts val="800"/>
              </a:spcBef>
              <a:defRPr sz="1700" b="1">
                <a:solidFill>
                  <a:srgbClr val="F8FAFC"/>
                </a:solidFill>
                <a:latin typeface="Arial"/>
              </a:defRPr>
            </a:pPr>
            <a:r>
              <a:t>texts and active retranslation for purposeful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Lavidas, Sitaridou, &amp; Yanovich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Abstract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Technical approach: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Modern Greek morphological tagsets with multi-temporal 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Stanza NLP and PROIEL parsing for robust comparative analysis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Statistical methods to determine if contact leads to fast organized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changes or slow progressive change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Deliverables: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Open-access annotated texts and PROIEL-compliant treebanks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Trained parsers for comparative diachronic studies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Advancement of understanding language evolution through translation chains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Georgakopoulos, Lincke, Nikiforidou, &amp; Piata (2020)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Session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I: Theoretical Framework &amp; Methodology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II: AthDGC Corpus &amp; Research Process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III: Detailed Findings from CIDL25 Study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IV: Challenges &amp; Future Directions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This presentation integrates: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Delphi Workshop content (blue slides)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CIDL25 Conference findings (purple slides)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Research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Principal Investigator: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Professor Nikolaos Lavidas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Co-Investigators and Team: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Professor Emeritus Vasiliki Nikiforidou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Theodoros Michalaeras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Vasiliki Geka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Vasilis Symeonidis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Sophia Chionidi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Eleni Plakoutsi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Anastasia Tsiropina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Nikiforidou, Marmaridou, &amp; Mikros (2014)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Project 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Creation of: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parallel diachronic corpus of influential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comprehensive diachronic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Analysis of: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 patterns across languages and time periods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Language diachrony and grammatical change mechanisms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Written Language Contact through translation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Integration of philological and computational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Theoretical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Core theories: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Language Contact Through Translation (LCTT)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Construction Grammar approaches to diachronic change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Grammatical multiglossia hypothesis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Usage-based models of language evolution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Methodological integration: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Traditional philological analysis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Computational linguistic methods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Cross-linguistic valency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Sitaridou (2014a); Nikiforidou &amp; Torres Cacoullos (2010)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Previous Research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Building on established resources: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Digital corpus projects: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PROIEL - Pragmatic Resources in Old Indo-European Languages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(University of Oslo: Haug &amp; Jøhndal 2008; Eckoff et al. 2018)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Synchronic valency lexica: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ValPaL (Malchukov &amp; Comrie 2015)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Historical/cross-linguistic valency: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HoDeL (Zanchi 2021)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PaVeDa (Luraghi et al.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9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10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11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12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Nikiforidou &amp; Katis (2021)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13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14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15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16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17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18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19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20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21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22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23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24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Sitaridou (2014b)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25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26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27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28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29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30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31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32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33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34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35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36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Nikiforidou &amp; Katis (2021)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37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38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39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40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41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42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43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44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45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46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47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48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Sitaridou (2014b)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49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50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51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52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53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54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55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56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57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58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59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60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Nikiforidou &amp; Katis (2021)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61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62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63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64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65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66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67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68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69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70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71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72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Sitaridou (2014b)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73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74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75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76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77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78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79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80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81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82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83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84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Nikiforidou &amp; Katis (2021)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Slide 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Content for slide 85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Additional information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Georgakopoulos, T., Lincke, E.-S., Nikiforidou, K., &amp; Piata, A. (2020). On the polysemy of</a:t>
            </a:r>
          </a:p>
          <a:p>
            <a:pPr lvl="2">
              <a:spcBef>
                <a:spcPts val="400"/>
              </a:spcBef>
              <a:defRPr sz="1200" b="0">
                <a:solidFill>
                  <a:srgbClr val="F8FAFC"/>
                </a:solidFill>
                <a:latin typeface="Arial"/>
              </a:defRPr>
            </a:pPr>
            <a:r>
              <a:t>motion verbs in Ancient Greek and Coptic. Studies in Language, 44(1), 27–69.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Lavidas, N., Sitaridou, I., &amp; Yanovich, I. (Eds.). (2025). Towards a Holistic Understanding of</a:t>
            </a:r>
          </a:p>
          <a:p>
            <a:pPr lvl="2">
              <a:spcBef>
                <a:spcPts val="400"/>
              </a:spcBef>
              <a:defRPr sz="1200" b="0">
                <a:solidFill>
                  <a:srgbClr val="F8FAFC"/>
                </a:solidFill>
                <a:latin typeface="Arial"/>
              </a:defRPr>
            </a:pPr>
            <a:r>
              <a:t>Language Contact in the Past. London: Bloomsbury. [Forthcoming]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Nikiforidou, K., Marmaridou, S., &amp; Mikros, G. K. (2014). What's in a dialogic construction?</a:t>
            </a:r>
          </a:p>
          <a:p>
            <a:pPr lvl="2">
              <a:spcBef>
                <a:spcPts val="400"/>
              </a:spcBef>
              <a:defRPr sz="1200" b="0">
                <a:solidFill>
                  <a:srgbClr val="F8FAFC"/>
                </a:solidFill>
                <a:latin typeface="Arial"/>
              </a:defRPr>
            </a:pPr>
            <a:r>
              <a:t>Cognitive Linguistics, 25(4), 655–699.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Nikiforidou, K., &amp; Torres Cacoullos, R. (2010). Variably future-marked conditionals in Greek.</a:t>
            </a:r>
          </a:p>
          <a:p>
            <a:pPr lvl="2">
              <a:spcBef>
                <a:spcPts val="400"/>
              </a:spcBef>
              <a:defRPr sz="1200" b="0">
                <a:solidFill>
                  <a:srgbClr val="F8FAFC"/>
                </a:solidFill>
                <a:latin typeface="Arial"/>
              </a:defRPr>
            </a:pPr>
            <a:r>
              <a:t>Constructions and Frames, 2(1), 90–123.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Sitaridou, I. (2014a). The Romeyka Infinitive. Diachronica, 31(1), 23–73.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Sitaridou, I. (2014b). Modality, antiveridicality, and complementation. Lingua, 148, 118–146.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Sitaridou, I. (2015). Object arguments. In A. Dufter &amp; E. Stark (Eds.), Manual of Romance</a:t>
            </a:r>
          </a:p>
          <a:p>
            <a:pPr lvl="2">
              <a:spcBef>
                <a:spcPts val="400"/>
              </a:spcBef>
              <a:defRPr sz="1200" b="0">
                <a:solidFill>
                  <a:srgbClr val="F8FAFC"/>
                </a:solidFill>
                <a:latin typeface="Arial"/>
              </a:defRPr>
            </a:pPr>
            <a:r>
              <a:t>Morphosyntax and Syntax (pp. 89–153). Berlin: De Gruyter Mouton.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