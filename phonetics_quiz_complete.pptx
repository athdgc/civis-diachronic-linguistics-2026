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2980B9"/>
                </a:solidFill>
              </a:defRPr>
            </a:pPr>
            <a:r>
              <a:t>🎯 The Phonetic Body Scan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C3E50"/>
                </a:solidFill>
              </a:defRPr>
            </a:pPr>
            <a:r>
              <a:t>From your head to your toes... literally!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🔤 Super Easy Warm-up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Question 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Which word starts with a bilabial sound?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(Hint: Made with BOTH lips!)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A) sun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B) moon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C) ball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D) ring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Your answer: 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🔤 Easy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Question 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The /f/ sound in 'fish' is made with: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A) Both lips together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B) Upper teeth + lower lip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C) Tongue + teeth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D) Back of throat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Your answer: 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🔤 Getting Warmer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Question 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Say the word 'top'. Where does your tongue touch?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A) Your teeth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B) The ridge behind your teeth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C) The roof of your mouth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D) It doesn't touch anything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Your answer: 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🔤 Almost There!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Question 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The word 'think' starts with a sound made: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A) With your tongue between/at your teeth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B) With both lips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C) At the back of your mouth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D) In your throat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Your answer: _______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Answer: Question 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Question 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✅ Correct Answer: 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C) ball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Answer: Question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Question 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✅ Correct Answer: 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B) Upper teeth + lower lip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Answer: Question 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Question 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✅ Correct Answer: 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B) The ridge behind your teeth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Answer: Question 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Question D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✅ Correct Answer: 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2000">
                <a:solidFill>
                  <a:srgbClr val="2C3E50"/>
                </a:solidFill>
              </a:defRPr>
            </a:pPr>
            <a:r>
              <a:t>A) With your tongue between/at your teeth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📋 Quiz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Welcome, phonetic detectives! 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Today's mission: Identify where in your mouth these body-part words begin.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⚡ Part 1: Multiple Choice Warm-up (Questions 1-5)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Build your confidence with guided options!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Part 2: The Body Scan Challenge (Questions 6-13)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Use your phonetic superpowers!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Remember: Focus on the SOUND, not the spelling!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(Hint: "knee" doesn't start with /k/... or does it? 🤔)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Part 1: 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1 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Word: "belly" → /ˈbel.i/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Where do your lips meet when you say 'belly'?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A) Bilabial (both lips)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B) Alveolar (ridge behind teeth)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C) Velar (soft palate)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D) Glottal (in your throat)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Write your answer: _______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Part 1: 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2 🦶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Word: "toe" → /toʊ/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Your tongue tip touches where for 'toe'?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A) Your teeth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B) The alveolar ridge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C) The roof of your mouth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D) Nowhere special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Write your answer: _______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Part 1: 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3 🦶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Word: "foot" → /fʊt/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What's special about the /f/ in 'foot'?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A) It uses both lips (bilabial)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B) It uses teeth and lower lip (labiodental)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C) It's made at the soft palate (velar)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D) It's a throat sound (glottal)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Write your answer: _______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Part 1: 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4 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Word: "hand" → /hænd/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The /h/ in 'hand' is made where?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A) At your teeth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B) With your tongue touching the roof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C) In your throat/glottis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D) Between your lips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Write your answer: _______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Part 1: 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5 🦵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Word: "calf" → /kæf/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The /k/ in 'calf' is articulated at the...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A) Front of your mouth (alveolar)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B) Your lips (bilabial)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C) Soft palate/velum (velar)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D) Hard palate (palatal)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Write your answer: _______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🎮 Leveling Up to Part 2!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Great warm-up! Now let's kick it up a notch... 🚀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In Part 2, you'll identify the place of articulation for each word.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💡 Word Bank (use each ONCE):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• Bilabial        • Labiodental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• Dental          • Alveolar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• Palatal         • Velar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• Glottal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Strategy tip: Start with the ones you're SURE about,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then use process of elimination!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Part 2: The Body Scan 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Part 2: The Body Scan Challenge 🔍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Identify the place of articulation for the INITIAL sound: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6. hand /hænd/      → ___________________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7. chin /tʃɪn/       → ___________________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8. knee /niː/       → ___________________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9. thigh /θaɪ/      → ___________________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Word Bank: Bilabial • Labiodental • Dental • Alveolar • Palatal • Velar • Glottal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 Key: Question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1: belly 👄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Correct Answer: A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/ˈbel.i/ → A) Bilabial (both lips)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Quick reminder: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Listen to WHERE your articulators (lips, tongue, teeth)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make contact when producing the sound!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 Key: Question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2: toe 🦶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Correct Answer: 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/toʊ/ → B) The alveolar ridge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Quick reminder: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Listen to WHERE your articulators (lips, tongue, teeth)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make contact when producing the sound!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 Key: Question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3: foot 🦶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Correct Answer: B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/fʊt/ → B) It uses teeth and lower lip (labiodental)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Quick reminder: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Listen to WHERE your articulators (lips, tongue, teeth)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make contact when producing the sound!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 Key: Question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4: hand ✋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Correct Answer: 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/hænd/ → C) In your throat/glottis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Quick reminder: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Listen to WHERE your articulators (lips, tongue, teeth)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make contact when producing the sound!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 Key: Question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Question 5: calf 🦵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Correct Answer: 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/kæf/ → C) Soft palate/velum (velar)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🎯 Quick reminder: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Listen to WHERE your articulators (lips, tongue, teeth)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make contact when producing the sound!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 Key: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6. hand /hænd/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Answer: Glottal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💡 Explanation: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The /h/ is produced at the glottis (vocal folds)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 Key: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7. chin /tʃɪn/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Answer: Palatal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💡 Explanation: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The /tʃ/ affricate is made at the hard palate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 Key: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8. knee /niː/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Answer: Alveolar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💡 Explanation: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The /n/ touches the alveolar ridge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Answer Key: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9. thigh /θaɪ/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✅ Answer: Dental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💡 Explanation: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The /θ/ is made with tongue between/at teeth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980B9"/>
                </a:solidFill>
              </a:defRPr>
            </a:pPr>
            <a:r>
              <a:t>🎊 Quiz Complete!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🎉 Congratulations, Phonetic Detectives!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You've successfully completed the Body Scan Quiz!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Key Takeaways: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✓ Spelling ≠ Sound (remember "knee"!)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✓ Your mouth is a complex instrument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✓ Each place of articulation has a unique location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🌟 Bonus Challenge: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Try identifying places of articulation in your 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   native language (if it's not English)!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2C3E50"/>
                </a:solidFill>
              </a:defRPr>
            </a:pPr>
            <a:r>
              <a:t>Great work today! 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