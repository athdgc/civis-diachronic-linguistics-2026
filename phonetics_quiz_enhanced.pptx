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</a:defRPr>
            </a:pPr>
            <a:r>
              <a:t>🎯 The Phonetic Body Scan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From your head to your toes... literally!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📋 Quiz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Welcome, phonetic detectives! 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Today's mission: Identify where in your mouth these body-part words begin.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⚡ Part 1: Multiple Choice Warm-up (Questions 1-5)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Build your confidence with guided options!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Part 2: The Body Scan Challenge (Questions 6-13)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Use your phonetic superpowers!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Remember: Focus on the SOUND, not the spelling!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(Hint: "knee" doesn't start with /k/... or does it? 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1 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"belly" → /ˈbel.i/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Where do your lips meet when you say 'belly'?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Bilabial (both lips)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Alveolar (ridge behind teeth)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Velar (soft palate)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Glottal (in your throat)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2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"toe" → /toʊ/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Your tongue tip touches where for 'toe'?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The alveolar ridge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The roof of your mouth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Nowhere special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3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"foot" → /fʊt/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What's special about the /f/ in 'foot'?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It uses both lips (bilabial)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It uses teeth and lower lip (labiodental)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It's made at the soft palate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It's a throat sound (glottal)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4 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"hand" → /hænd/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The /h/ in 'hand' is made where?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At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With your tongue touching the roof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In your throat/glottis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Between your lips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5 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"calf" → /kæf/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The /k/ in 'calf' is articulated at the...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Front of your mouth (alveolar)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Your lips (bilabial)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Soft palate/velum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Hard palate (palatal)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🎮 Leveling Up to Part 2!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Great warm-up! Now let's kick it up a notch... 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In Part 2, you'll identify the place of articulation for each word.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Word Bank (use each ONCE):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Bilabial        • Labiodental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Dental          • Alveolar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Palatal         • Velar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Glottal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Strategy tip: Start with the ones you're SURE about,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then use process of elimination!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2: The Body Scan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Part 2: The Body Scan Challenge 🔍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Identify the place of articulation for the INITIAL sound: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6. hand /hænd/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7. chin /tʃɪn/ 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8. knee /niː/ 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9. thigh /θaɪ/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 Bank: Bilabial • Labiodental • Dental • Alveolar • Palatal • Velar • Glottal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1: belly 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/ˈbel.i/ → A) Bilabial (both lips)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2: toe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/toʊ/ → B) The alveolar ridge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3: foot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/fʊt/ → B) It uses teeth and lower lip (labiodental)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4: hand 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/hænd/ → C) In your throat/glottis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5: calf 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/kæf/ → C) Soft palate/velum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6. hand /hænd/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Glottal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/h/ is produced at the glottis (vocal folds)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7. chin /tʃɪn/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Palatal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/tʃ/ affricate is made at the hard palate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8. knee /niː/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Alveolar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/n/ touches the alveolar ridge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9. thigh /θaɪ/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Dental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/θ/ is made with tongue between/at teeth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🎊 Quiz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🎉 Congratulations, Phonetic Detectives!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You've successfully completed the Body Scan Quiz!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Key Takeaways: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Spelling ≠ Sound (remember "knee"!)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Your mouth is a complex instrument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Each place of articulation has a unique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🌟 Bonus Challenge: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Try identifying places of articulation in your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native language (if it's not English)!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Great work today! 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