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53325" y="1520279"/>
            <a:ext cx="6237351" cy="1645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Textual Foundation and Computational Architecture of the CVL-CDSAML Corpus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37042" y="3356521"/>
            <a:ext cx="6469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three millennia of linguistic history through computational philology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75392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What does Part 2 of this research focus on?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885950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explores Part 2 of our research paper, focusing on how the CVL-CDSAML corpus is structured and how it serves as the foundation for extracting diachronic valency patterns.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1000" y="2647950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1500" y="2952750"/>
            <a:ext cx="8191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main architectural framework?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it support linguistic research?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this approach unique?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78598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Textual Foundation &amp; Computational Architecture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2377529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approach to diachronic valency research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1000" y="2720429"/>
            <a:ext cx="854964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CVL-CDSAML project represents a novel integration of traditional philological expertise with modern computational linguistics. This corpus contains 338 carefully curated historical texts that enable systematic analysis of how verb valency patterns evolve over time.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79569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Why do we need a comprehensive foundation?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2228850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1500" y="2571750"/>
            <a:ext cx="81915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challenges do historical linguists face?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text quality affect research outcomes?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factors must be controlled?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78404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Introduction: The Need for a Comprehensive Foundation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990725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Diachronic linguistic analysis requires careful consideration of multiple elements: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1500" y="2371725"/>
            <a:ext cx="819150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selection and preparation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of historical evidence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language development contexts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of external factors influencing linguistic change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73546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What exactly is the CVL-CDSAML Corpus?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2209800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yourself: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1500" y="2552700"/>
            <a:ext cx="8191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CVL-CDSAML stand for?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texts does it contain?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time period does it cover?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8383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CVL-CDSAML Corpus?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2314575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Foundation for a diachronic valency lexicon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1000" y="2638425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</a:t>
            </a:r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338 historical texts covering three millennia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2962275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Inclusion:</a:t>
            </a:r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Parallel traditions from Germanic and Romance languages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3286125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Enables study of both internal and external language interactions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85204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What research questions can this corpus address?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2209800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1500" y="2552700"/>
            <a:ext cx="8191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vs. external language development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and register effects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transmission problems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6731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Context &amp; Methodology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619250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corpus allows researchers to analyze: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1500" y="2000250"/>
            <a:ext cx="8191500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language development patterns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language interactions through contact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effects on linguistic features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variations across time periods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Transmission problems in historical linguistic evidence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4019550"/>
            <a:ext cx="8549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Biber &amp; Conrad (2009)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Who funds this research and what is the timeline?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2209800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questions: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1500" y="2552700"/>
            <a:ext cx="8191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foundation supports the project?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funding period?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this project competitive?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9743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CVL-CDSAML Project Overview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2122140"/>
            <a:ext cx="8382000" cy="121920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2312640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Funded by:</a:t>
            </a:r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Hellenic Foundation for Research &amp; Innovation (H.F.R.I.)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1500" y="2617440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Program:</a:t>
            </a:r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ELIDEK Excellence funding program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2922240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2024-2025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3493740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is funded through the competitive ELIDEK Excellence program, which supports high-quality research in Greece.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8973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What are the main deliverables?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2209800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major outputs: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1500" y="2552700"/>
            <a:ext cx="8191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kind of corpus will be produced?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kind of lexicon will be created?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these tools work together?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Goals &amp; Deliverables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866900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Major Linguistic Tools: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1000" y="2247900"/>
            <a:ext cx="8382000" cy="800100"/>
          </a:xfrm>
          <a:prstGeom prst="roundRect">
            <a:avLst>
              <a:gd name="adj" fmla="val 952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2400300"/>
            <a:ext cx="8238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Parallel Diachronic Corpus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3400" y="2705100"/>
            <a:ext cx="82387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Bible texts across multiple languages and time periods, plus other significant historical texts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3162300"/>
            <a:ext cx="8382000" cy="800100"/>
          </a:xfrm>
          <a:prstGeom prst="roundRect">
            <a:avLst>
              <a:gd name="adj" fmla="val 952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3314700"/>
            <a:ext cx="8238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Diachronic Valency Lexicon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3400" y="3619500"/>
            <a:ext cx="82387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systematically from the corpus, tracking valency patterns across time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9160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How large is the corpus?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1500" y="2381250"/>
            <a:ext cx="8191500" cy="10668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texts total?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years of history?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it structured hierarchically?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Scope &amp; Scale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1500" y="2152650"/>
            <a:ext cx="8191500" cy="15240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338 historical texts</a:t>
            </a:r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processed systematically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two millennia</a:t>
            </a:r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linguistic development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language families</a:t>
            </a:r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represented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organization by family, period, and text type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6111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Structure: Hierarchical Organization</a:t>
            </a:r>
            <a:endParaRPr lang="en-US" sz="2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6440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Influential Texts: Criteria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97167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Essential Conditions: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2390775"/>
            <a:ext cx="8382000" cy="53340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2524125"/>
            <a:ext cx="82776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Cultural and linguistic significance per historical documentation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1000" y="3019425"/>
            <a:ext cx="8382000" cy="53340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3152775"/>
            <a:ext cx="82776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Multiple translations across geographical areas and time periods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1000" y="3667125"/>
            <a:ext cx="8549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(Lavidas 2021: 283)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5475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Language Contact: A Key Focus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21717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corpus analyzes written language contact through: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2590800"/>
            <a:ext cx="8191500" cy="10668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Translation-based interactions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Interlingual contact (between languages)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Intralingual contact (within language over time)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Retranslations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22098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Translations of the same source text in the same language over time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26289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Types: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30099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Passive Retranslation - when previous version becomes unintelligible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1000" y="33528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Active Retranslation - competing perspectives based on different interpretive preferences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13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Greek Text Examples Across Periods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2647950"/>
            <a:ext cx="85496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corpus enables direct comparison of the same passage across Classical, Koine, Byzantine, and Modern Greek, revealing phonological, morphological, and syntactic evolution.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3331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PROIEL Annotation Framework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1500" y="2181225"/>
            <a:ext cx="8191500" cy="1466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PROIEL dependency annotation scheme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Originally developed for Indo-European languages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morphology, syntax, and information structure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 with Universal Dependencies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Valency Extraction Process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226695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Morphological and syntactic annotation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260985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Identification of predicate-argument structures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295275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Extraction of valency frames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1000" y="329565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Statistical analysis across time periods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Infrastructure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1500" y="2181225"/>
            <a:ext cx="8191500" cy="1466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tools:</a:t>
            </a:r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Custom-adapted for historical languages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Annotation:</a:t>
            </a:r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Semi-automatic with manual verification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</a:t>
            </a:r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PostgreSQL with specialized linguistic queries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interface:</a:t>
            </a:r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corpus exploration and analysis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Biblical Texts Coverage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1500" y="2181225"/>
            <a:ext cx="8191500" cy="1466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Testament: Septuagint and later Greek versions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Testament: Byzantine, Medieval, and Modern translations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Apocrypha: Selected texts with significant linguistic interest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spans from 3rd century BCE to 21st century CE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Non-Biblical Historical Texts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1500" y="2181225"/>
            <a:ext cx="8191500" cy="1466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historians: Herodotus, Thucydides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Byzantine chronicles: Important for Medieval Greek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documents: For register variation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Literary texts: Poetry and prose across periods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5079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Germanic Language Component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1500" y="2181225"/>
            <a:ext cx="8191500" cy="1466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Gothic Bible (4th century): Earliest Germanic text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High German translations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High German versions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German Bibles (16th-21st centuries)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4788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Romance Language Component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1500" y="2181225"/>
            <a:ext cx="8191500" cy="1466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Latin Vulgate and earlier versions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French biblical texts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Spanish translations across centuries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Italian versions including vernacular traditions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Cross-Linguistic Comparisons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1500" y="2181225"/>
            <a:ext cx="8191500" cy="1466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alignment enables direct comparison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Calque patterns visible across language boundaries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Contact-induced changes traceable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Areal features identifiable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Research Community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1500" y="2181225"/>
            <a:ext cx="8191500" cy="1466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linguists studying language change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scholars analyzing translation strategies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Biblical scholars examining textual transmission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linguists developing NLP tools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Uses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1500" y="2181225"/>
            <a:ext cx="8191500" cy="1466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linguistics courses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studies programs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languages instruction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humanities training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8286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Student Research Project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93357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</a:t>
            </a:r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Evolution of Greek Causative Constructions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231457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265747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Extract causative verbs from CVL-CDSAML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1000" y="298132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Analyze valency patterns across periods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1000" y="330517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Compare with Latin and English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1000" y="362902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Identify contact effects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Interdisciplinary Connections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242887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Bridges Between: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280987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Linguistics • Classical Studies • Theology • Philology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313372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Science • Translation Studies • Historical Linguistics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Biblical Studies Applications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1500" y="2181225"/>
            <a:ext cx="8191500" cy="1466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Textual criticism (variant readings)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theory (biblical translation)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context (language of the time)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Exegesis (semantic analysis)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3532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Challenges and Solutions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203835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Inconsistent source materials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241935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2762250"/>
            <a:ext cx="8191500" cy="1028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quality control with multi-stage verification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+ manual checks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philological review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9743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Challenges and Solutions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203835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Processing ancient languages computationally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241935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2762250"/>
            <a:ext cx="8191500" cy="1028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NLP tools for historical languages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correction of automated annotations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feedback and iterative improvement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Management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84785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Managing 338 texts across 3 millennia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222885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2571750"/>
            <a:ext cx="8191500" cy="1409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processing approach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texts first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architecture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publication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391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Multi-Level Verification Process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210502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Assurance: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248602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Automated consistency checks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280987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Expert linguistic review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1000" y="313372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Cross-validation with existing resources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1000" y="345757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User feedback integration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Engagement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1500" y="2181225"/>
            <a:ext cx="8191500" cy="1466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Workshops and training sessions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forums and support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and tutorials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 of findings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Dissemination Strategy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1500" y="2181225"/>
            <a:ext cx="8191500" cy="1466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publications (journals, books)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Conference presentations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platform (web interface)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materials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Publications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1500" y="2181225"/>
            <a:ext cx="8191500" cy="1466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1: Corpus design and methodology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2: Greek valency patterns (this paper!)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3: Cross-linguistic comparisons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Valency lexicon (online database)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and Milestones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80975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2024-2025 (Current Phase):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2190750"/>
            <a:ext cx="8191500" cy="1409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core text processing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valency lexicon release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 of research findings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beta launch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375285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Phases: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Corpus expansion, Enhanced computational tools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Phase Expansion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20193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additions: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2400300"/>
            <a:ext cx="8191500" cy="1409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Church Slavonic translations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Germanic languages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translations (medieval and modern)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Modern Greek corpus (20th-21st century)</a:t>
            </a:r>
            <a:endParaRPr lang="en-US" sz="13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4115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Enhancements Planned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1500" y="2181225"/>
            <a:ext cx="8191500" cy="1466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for pattern detection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 tools for diachronic change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alignment of parallel texts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analysis modules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Methodological Innovations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99072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CVL-CDSAML introduces: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2371725"/>
            <a:ext cx="8191500" cy="1466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of philology and computation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Translation-based approach to language contact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Multi-millennial perspective on change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corpus design for diachronic research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on Linguistic Theory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99072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Contributions to: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2371725"/>
            <a:ext cx="8191500" cy="1466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Valency theory (diachronic dimension)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change models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linguistics methodology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linguistics design</a:t>
            </a:r>
            <a:endParaRPr lang="en-US" sz="13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2075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Impact on Digital Humanities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99072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to Field: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2371725"/>
            <a:ext cx="8191500" cy="1466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for large-scale historical corpus projects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of traditional and digital methods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infrastructure design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Replicable methodology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1500" y="1981200"/>
            <a:ext cx="8191500" cy="18669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338 texts</a:t>
            </a:r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3000+ years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languages</a:t>
            </a:r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translation traditions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Philology + Computation</a:t>
            </a:r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powerful methodology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Valency</a:t>
            </a:r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lens for understanding language change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access</a:t>
            </a:r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resource for global research community</a:t>
            </a:r>
            <a:endParaRPr lang="en-US" sz="13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 Significance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99072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2371725"/>
            <a:ext cx="8191500" cy="1466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mechanisms of language change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Documenting long-term syntactic evolution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Revealing contact effects in written language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empirical foundation for diachronic theory</a:t>
            </a:r>
            <a:endParaRPr lang="en-US" sz="13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634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Applications Beyond Academia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99072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Uses: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2371725"/>
            <a:ext cx="8191500" cy="1466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technology (machine translation of historical texts)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learning resources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heritage preservation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archive infrastructure</a:t>
            </a:r>
            <a:endParaRPr lang="en-US" sz="13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for the Future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99072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Goals: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2371725"/>
            <a:ext cx="8191500" cy="14668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the reference corpus for diachronic Greek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include more languages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advanced computational tools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Foster international collaboration</a:t>
            </a:r>
            <a:endParaRPr lang="en-US" sz="13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Involved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68592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Researchers: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2066925"/>
            <a:ext cx="8191500" cy="9906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the corpus (upon release)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Contribute annotations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collaborative projects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317182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Students: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3514725"/>
            <a:ext cx="8191500" cy="6286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thesis research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Participate in training workshops</a:t>
            </a:r>
            <a:endParaRPr lang="en-US" sz="13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and Resources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223837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Website:</a:t>
            </a:r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[Coming soon]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260032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Investigator:</a:t>
            </a:r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Nikolaos Lavidas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296227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Institution:</a:t>
            </a:r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University of Athens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1000" y="3324225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H.F.R.I. - ELIDEK Excellence Grant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14" y="2068860"/>
            <a:ext cx="24959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324014" y="2807940"/>
            <a:ext cx="24959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53325" y="1520279"/>
            <a:ext cx="6237351" cy="1645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Textual Foundation and Computational Architecture of the CVL-CDSAML Corpus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53325" y="3356521"/>
            <a:ext cx="62373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bridges between past and present, philology and computation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CVL-CDSAML Corpus: Textual Foundation and Computational Architecture</dc:title>
  <dc:subject>Diachronic Linguistics and Corpus Architecture</dc:subject>
  <dc:creator>Athens Digital Glossa Chronos (AthDGC)</dc:creator>
  <cp:lastModifiedBy>Athens Digital Glossa Chronos (AthDGC)</cp:lastModifiedBy>
  <cp:revision>1</cp:revision>
  <dcterms:created xsi:type="dcterms:W3CDTF">2025-11-24T21:18:16Z</dcterms:created>
  <dcterms:modified xsi:type="dcterms:W3CDTF">2025-11-24T21:18:16Z</dcterms:modified>
</cp:coreProperties>
</file>