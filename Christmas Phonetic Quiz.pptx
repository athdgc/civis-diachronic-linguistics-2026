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ountains of Christmas"/>
      <p:regular r:id="rId12"/>
      <p:bold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untainsofChristmas-bold.fntdata"/><Relationship Id="rId12" Type="http://schemas.openxmlformats.org/officeDocument/2006/relationships/font" Target="fonts/MountainsofChristma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0" Type="http://schemas.openxmlformats.org/officeDocument/2006/relationships/image" Target="../media/image19.png"/><Relationship Id="rId9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10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35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10" Type="http://schemas.openxmlformats.org/officeDocument/2006/relationships/image" Target="../media/image29.png"/><Relationship Id="rId9" Type="http://schemas.openxmlformats.org/officeDocument/2006/relationships/image" Target="../media/image25.png"/><Relationship Id="rId5" Type="http://schemas.openxmlformats.org/officeDocument/2006/relationships/image" Target="../media/image35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4295775"/>
            <a:ext cx="110871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76225" y="1838325"/>
            <a:ext cx="1163955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The Phonetic Carol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" y="3257550"/>
            <a:ext cx="116395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Class Participation Quiz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5347" y="4486275"/>
            <a:ext cx="104413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Sing along if you dare!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070" y="74667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76544" y="141729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4090" y="539501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1081980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1591121"/>
            <a:ext cx="5257800" cy="4466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91121"/>
            <a:ext cx="5257800" cy="4466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38200" y="2229296"/>
            <a:ext cx="49206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Verse 1 &amp; Chorus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838200" y="2743646"/>
            <a:ext cx="4686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2953196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In the land of sounds we dwell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Where whispers rise and echoes swell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Manner of articulation</a:t>
            </a: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rings the bell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8200" y="4058096"/>
            <a:ext cx="4686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[Chorus]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Height frontness roundness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Oh so sweet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Dancing vowels with nimble feet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Phonemes... Allophones...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They complete the beat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2229296"/>
            <a:ext cx="49206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Verse 2 &amp; Bridge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667500" y="2743646"/>
            <a:ext cx="4686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667500" y="2953196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Glottal stops</a:t>
            </a: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and fricatives glide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Nasal hums, they never hide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Tongues and lips in a phonetic tide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67500" y="4058096"/>
            <a:ext cx="4686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[Bridge]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Consonants clash, Vowels bloom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A symphony in every room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Phonology</a:t>
            </a: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paints the sonic loom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276225" y="55245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The Carol Lyrics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654968" y="4090987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4833937"/>
            <a:ext cx="2876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Height, Frontness, Roundness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455920" y="4090987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76787" y="4833937"/>
            <a:ext cx="2638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Gold, Frankincense, Myrrh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246870" y="4090987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53437" y="4833937"/>
            <a:ext cx="28670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Sugar, Spice, Everything Nice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31765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6450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32939" y="41136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276225" y="928687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Q1: According to the Chorus...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52450" y="2005012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What three things make the vowels "oh so sweet"?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654968" y="4229100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628775" y="4972050"/>
            <a:ext cx="1352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Santa's Sleigh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45592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962525" y="4972050"/>
            <a:ext cx="226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Manner of Articulation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24687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658225" y="4972050"/>
            <a:ext cx="2457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The Glottal Stop Express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33147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0262" y="33147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8060" y="573032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276225" y="106680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Q2: In Verse 1...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52450" y="2143125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What "Rings the Bell"?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654968" y="4229100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781175" y="4972050"/>
            <a:ext cx="1047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Phonology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45592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348287" y="4972050"/>
            <a:ext cx="1495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Elf on the Shelf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24687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334500" y="4972050"/>
            <a:ext cx="110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The Grinch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0262" y="33147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80070" y="74667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276225" y="106680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Q3: In the Bridge...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52450" y="2143125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Who or what "paints the sonic loom"?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91C1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781050"/>
            <a:ext cx="1108710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75347" y="1352550"/>
            <a:ext cx="1044130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FFFF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A Harmony Unknown!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123950" y="3000375"/>
            <a:ext cx="9944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DF6E3"/>
                </a:solidFill>
                <a:latin typeface="Lato"/>
                <a:ea typeface="Lato"/>
                <a:cs typeface="Lato"/>
                <a:sym typeface="Lato"/>
              </a:rPr>
              <a:t>You have completed the beat.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123950" y="5000625"/>
            <a:ext cx="9944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F6E3"/>
                </a:solidFill>
                <a:latin typeface="Lato"/>
                <a:ea typeface="Lato"/>
                <a:cs typeface="Lato"/>
                <a:sym typeface="Lato"/>
              </a:rPr>
              <a:t>(Please claim your metaphorical candy cane on the way out)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50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7375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